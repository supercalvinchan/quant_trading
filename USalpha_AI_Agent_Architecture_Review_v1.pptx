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64592" cy="2194560"/>
          </a:xfrm>
          <a:prstGeom prst="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3F7FA"/>
                </a:solidFill>
              </a:rPr>
              <a:t>USalpha 架构复盘与
AI Agent 量化平台路线图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1D3F8"/>
                </a:solidFill>
              </a:rPr>
              <a:t>现状评估 | 参考平台对比 | 功能缺口 | 模块化设计建议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CCC"/>
                </a:solidFill>
              </a:rPr>
              <a:t>对象：USalpha 当前版本（v1）
参考仓库：QuantaAlpha / alpha_mining / akquant / a-stock-data / qlib / Kronos / vnpy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对当前 USalpha 的一句话判断与优先级建议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研究原型成熟度</a:t>
            </a:r>
          </a:p>
          <a:p>
            <a:r>
              <a:rPr sz="2200" b="1">
                <a:solidFill>
                  <a:srgbClr val="39B5FF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004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模块化程度</a:t>
            </a:r>
          </a:p>
          <a:p>
            <a:r>
              <a:rPr sz="2200" b="1">
                <a:solidFill>
                  <a:srgbClr val="FFC457"/>
                </a:solidFill>
              </a:rPr>
              <a:t>B-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Agent 就绪度</a:t>
            </a:r>
          </a:p>
          <a:p>
            <a:r>
              <a:rPr sz="2200" b="1">
                <a:solidFill>
                  <a:srgbClr val="FF7878"/>
                </a:solidFill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201168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307592"/>
            <a:ext cx="17922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实盘可用度</a:t>
            </a:r>
          </a:p>
          <a:p>
            <a:r>
              <a:rPr sz="2200" b="1">
                <a:solidFill>
                  <a:srgbClr val="FF7878"/>
                </a:solidFill>
              </a:rPr>
              <a:t>C-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539496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关键判断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USalpha 已经具备“数据→因子→模型→回测→可视化”的完整研究闭环。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它适合作为研究原型与产品雏形，但还不是成熟的平台型框架。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当前最强的是：自包含、迭代快、功能链路短、容易改。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当前最弱的是：数据层治理、回测引擎抽象、实验管理、Agent 编排与实盘桥接。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77440"/>
            <a:ext cx="544068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45059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优先级建议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短期：把 USalpha 从“能跑”变成“可持续研发”，先做数据层、缓存层、实验层治理。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中期：引入统一策略/回测抽象、模型注册、评估注册、Agent 调度接口。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长期：拆出 Agent Platform、Research Platform、Execution Platform 三层架构。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已完成工作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当前版本已经实现的功能面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40880"/>
                <a:gridCol w="2560320"/>
              </a:tblGrid>
              <a:tr h="6172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已完成内容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行情拉取、NASDAQ 列表缓存、A 股缓存、fallback 机制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可用，但治理较浅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内置 526 因子解析与计算，表达式 evaluator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自包含是优点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模型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轻量截面收益预测基线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适合快速实验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多空回测 + A 股页面化回测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功能闭环已形成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LLM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候选因子生成、打分、入库、结果留档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有明显产品雏形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可视化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股票查看、训练挖掘、回测页面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交互面已出现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工程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相对路径、统一入口、portable check、长任务稳定性修复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工程意识在增强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当前流程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目前的研究流程已经清晰，但层间边界还不够硬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3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1 数据加载</a:t>
            </a:r>
          </a:p>
          <a:p>
            <a:r>
              <a:rPr sz="1100">
                <a:solidFill>
                  <a:srgbClr val="B0BCCC"/>
                </a:solidFill>
              </a:rPr>
              <a:t>US / CN 数据源
缓存 / fallback</a:t>
            </a:r>
          </a:p>
        </p:txBody>
      </p:sp>
      <p:sp>
        <p:nvSpPr>
          <p:cNvPr id="6" name="Chevron 5"/>
          <p:cNvSpPr/>
          <p:nvPr/>
        </p:nvSpPr>
        <p:spPr>
          <a:xfrm>
            <a:off x="2322576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2 因子计算</a:t>
            </a:r>
          </a:p>
          <a:p>
            <a:r>
              <a:rPr sz="1100">
                <a:solidFill>
                  <a:srgbClr val="B0BCCC"/>
                </a:solidFill>
              </a:rPr>
              <a:t>526 因子
表达式求值</a:t>
            </a:r>
          </a:p>
        </p:txBody>
      </p:sp>
      <p:sp>
        <p:nvSpPr>
          <p:cNvPr id="9" name="Chevron 8"/>
          <p:cNvSpPr/>
          <p:nvPr/>
        </p:nvSpPr>
        <p:spPr>
          <a:xfrm>
            <a:off x="4224528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3 模型训练</a:t>
            </a:r>
          </a:p>
          <a:p>
            <a:r>
              <a:rPr sz="1100">
                <a:solidFill>
                  <a:srgbClr val="B0BCCC"/>
                </a:solidFill>
              </a:rPr>
              <a:t>截面预测
轻量基线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6480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4 回测评估</a:t>
            </a:r>
          </a:p>
          <a:p>
            <a:r>
              <a:rPr sz="1100">
                <a:solidFill>
                  <a:srgbClr val="B0BCCC"/>
                </a:solidFill>
              </a:rPr>
              <a:t>Long-Short / A股页面
指标产物</a:t>
            </a:r>
          </a:p>
        </p:txBody>
      </p:sp>
      <p:sp>
        <p:nvSpPr>
          <p:cNvPr id="15" name="Chevron 14"/>
          <p:cNvSpPr/>
          <p:nvPr/>
        </p:nvSpPr>
        <p:spPr>
          <a:xfrm>
            <a:off x="8028432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3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5 LLM 演进</a:t>
            </a:r>
          </a:p>
          <a:p>
            <a:r>
              <a:rPr sz="1100">
                <a:solidFill>
                  <a:srgbClr val="B0BCCC"/>
                </a:solidFill>
              </a:rPr>
              <a:t>候选生成
校验 / 打分 / 入库</a:t>
            </a:r>
          </a:p>
        </p:txBody>
      </p:sp>
      <p:sp>
        <p:nvSpPr>
          <p:cNvPr id="18" name="Chevron 17"/>
          <p:cNvSpPr/>
          <p:nvPr/>
        </p:nvSpPr>
        <p:spPr>
          <a:xfrm>
            <a:off x="9930384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13848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6 Dashboard</a:t>
            </a:r>
          </a:p>
          <a:p>
            <a:r>
              <a:rPr sz="1100">
                <a:solidFill>
                  <a:srgbClr val="B0BCCC"/>
                </a:solidFill>
              </a:rPr>
              <a:t>查看结果
参数操作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97680"/>
            <a:ext cx="10789920" cy="1188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37083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流程评价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1033272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优点：主链路短，定位清楚，适合快速迭代。缺点：CN 回测、缓存、页面逻辑偏集中，研究流程与平台流程尚未彻底拆层。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模块化评价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核心模块已经分开，但平台级抽象还不够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657600"/>
                <a:gridCol w="11430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现状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建议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US/CN 逻辑并存，采集/缓存/fallback 混在同层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拆成 source / cache / catalog / quality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因子层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表达式与计算主干清楚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较好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补注册表、元数据、依赖关系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模型层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基线模型独立，但模型族很薄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做 model registry 与训练接口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回测层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主流程回测与页面回测口径不统一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backtest engine / execution semantics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页面层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能力丰富，但单文件偏重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page / service / state / adapter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实验层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结果有 artifacts，但缺 experiment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 run metadata、comparison、repro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 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只有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planner / proposer / evaluator / reviewer / operator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参考平台能力地图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这些仓库分别代表不同层：研究、Agent、数据、回测、执行、基础模型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36192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LLM 因子研发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27632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9B5FF"/>
                </a:solidFill>
              </a:defRPr>
            </a:pPr>
            <a:r>
              <a:t>QuantaAlpha / alpha_mining / Qlib + RD-Agent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研究与回测框架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7D69D"/>
                </a:solidFill>
              </a:defRPr>
            </a:pPr>
            <a:r>
              <a:t>AKQuant / Qlib / vnpy.alpha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28416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01568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行情与信息源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93008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C457"/>
                </a:solidFill>
              </a:defRPr>
            </a:pPr>
            <a:r>
              <a:t>a-stock-data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34256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时序基础模型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25696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A68C8"/>
                </a:solidFill>
              </a:defRPr>
            </a:pPr>
            <a:r>
              <a:t>Kronos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93792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66944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交易执行平台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58384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8A65"/>
                </a:solidFill>
              </a:defRPr>
            </a:pPr>
            <a:r>
              <a:t>vnpy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263640"/>
            <a:ext cx="10698480" cy="38404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10241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结论：USalpha 目前主要覆盖“研究原型 + 页面产品雏形”，但距离“Agent 平台”与“交易平台”仍有明显层级差距。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参考平台对比（一）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LLM 因子研发与工业级研究平台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389120"/>
                <a:gridCol w="5303520"/>
              </a:tblGrid>
              <a:tr h="130302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核心能力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USalpha 尚缺内容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LLM 自演化因子挖掘、trajectory 规划、Qlib 回测、实验复现、Web UI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多轮 Agent 规划、Qlib 级研究底座、系统化实验协议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alpha_mining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Qlib demo、LLM alpha refinement、pairwise ranking、简单前后端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更正式的平台结构、统一评估体系、排名学习扩展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Qlib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工业级数据层、工作流、模型库、策略/执行/分析、在线服务、RL、PIT 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强数据基础设施、workflow、model zoo、线上化与 nested execution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参考平台对比（二）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回测执行、数据接入、基础模型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  <a:gridCol w="5577840"/>
              </a:tblGrid>
              <a:tr h="1042416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核心能力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USalpha 尚缺内容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Rust+Python 事件驱动回测、复杂订单、ML/WFO、流式回测、准实盘接口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统一事件引擎、执行语义、复杂订单、流式监控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成熟交易平台、丰富 gateway、算法交易、风险管理、数据记录、vnpy.alpha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真实 OMS/RMS、网关生态、生产部署能力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a-stock-data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A 股全栈数据 skill：行情、估值、研报、热点、北向、龙虎榜、公告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数据源广度、研究信息层、估值与题材信号层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金融 K 线 foundation model、forecasting、batch predict、finetune pipeline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时序基础模型、预训练+微调路径、生成式市场表征能力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如果目标是 AI Agent 量化平台，USalpha 还缺什么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缺的不是一个模型，而是一整套平台层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缺口一：平台基础设施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统一数据目录与元数据 catalog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PIT / corporate action / universe 管理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实验 registry / run lineage / 配置管理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统一策略、回测、评估接口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模型注册、因子注册、数据质量检查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缺口二：Agent 能力层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研究目标拆解与任务规划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因子提出、检索、反思、去重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代码生成与实验执行调度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结果判读、失败归因、版本记忆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报告自动生成与人机协同接口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缺口三：交易与运营层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统一执行引擎与订单抽象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风控、权限、审计、告警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监控面板与运维工作流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建议的目标架构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把系统拆成三层：Research / Agent /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61320" cy="640080"/>
          </a:xfrm>
          <a:prstGeom prst="round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44752"/>
            <a:ext cx="10058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Presentation</a:t>
            </a:r>
          </a:p>
          <a:p>
            <a:r>
              <a:rPr sz="1100">
                <a:solidFill>
                  <a:srgbClr val="F3F7FA"/>
                </a:solidFill>
              </a:rPr>
              <a:t>Dashboard / CLI / Report / Notebook /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21408"/>
            <a:ext cx="10561320" cy="91440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100584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Agent Orchestration</a:t>
            </a:r>
          </a:p>
          <a:p>
            <a:r>
              <a:rPr sz="1100">
                <a:solidFill>
                  <a:srgbClr val="F3F7FA"/>
                </a:solidFill>
              </a:rPr>
              <a:t>Planner / Researcher / Factor Proposer / Evaluator / Reviewer /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45536"/>
            <a:ext cx="1056132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18688"/>
            <a:ext cx="100584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Research Platform</a:t>
            </a:r>
          </a:p>
          <a:p>
            <a:r>
              <a:rPr sz="1100">
                <a:solidFill>
                  <a:srgbClr val="F3F7FA"/>
                </a:solidFill>
              </a:rPr>
              <a:t>Data Catalog / Feature Store / Model Registry / Experiment Tracker / Backtest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15384"/>
            <a:ext cx="1056132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88536"/>
            <a:ext cx="100584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Execution Platform</a:t>
            </a:r>
          </a:p>
          <a:p>
            <a:r>
              <a:rPr sz="1100">
                <a:solidFill>
                  <a:srgbClr val="F3F7FA"/>
                </a:solidFill>
              </a:rPr>
              <a:t>Portfolio / OMS / RMS / Broker Gateway / Monitoring / Alerting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39512"/>
            <a:ext cx="10561320" cy="731520"/>
          </a:xfrm>
          <a:prstGeom prst="roundRect">
            <a:avLst/>
          </a:prstGeom>
          <a:solidFill>
            <a:srgbClr val="21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31266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Storage</a:t>
            </a:r>
          </a:p>
          <a:p>
            <a:r>
              <a:rPr sz="1100">
                <a:solidFill>
                  <a:srgbClr val="F3F7FA"/>
                </a:solidFill>
              </a:rPr>
              <a:t>Market Data / PIT Data / Artifacts / Logs / Vector DB /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建议的模块化切分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面向 AI Agent 的推荐拆法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  <a:gridCol w="5486400"/>
              </a:tblGrid>
              <a:tr h="66294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与当前 USalpha 的关系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data_core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数据源适配、缓存、清洗、PIT、元数据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从 data.py / CN cache 逻辑中拆出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factor_core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因子表达、注册、计算、依赖管理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从 factors.py / factor_evolution.py 强化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model_lab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训练接口、模型注册、WFO、评估注册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扩展当前 model.py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backtest_core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执行语义、成本、订单、组合、指标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US/CN 回测口径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规划、生成、反思、实验调度、记忆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扩展当前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ops_runtime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artifact、日志、监控、告警、任务恢复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补当前缺失的运维层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ui_app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页面、API、报告、工作流入口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把 factor_dashboard.py 拆薄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建议按三阶段推进，而不是一次性重写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1：平台化基础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data layer 与 cache repair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backtest 接口与 metrics 口径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引入 experiment manifest / run metadata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拆薄 dashboard service 与 page 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2：Agent 化研究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factor proposer / evaluator / reviewer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研究计划、失败反思、知识库记忆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自动对比实验与报告生成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多模型、多数据源协同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3：交易平台化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OMS / RMS / alerting / audit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生产部署与监控体系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USalpha 值得继续做，但方向应从“功能堆叠”转向“平台分层”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最终判断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USalpha 当前最有价值的不是单点功能，而是已经形成了“研究闭环 + 产品雏形”。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如果继续只加页面功能，复杂度会迅速堆到 factor_dashboard.py 与临时脚本上。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真正的改进方向是：补平台层、硬化模块边界、把 LLM 能力从单轮工具升级为 Agent 研究系统。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短期应优先建设：数据层、回测层、实验层；中期再做 Agent；最后才是实盘桥接。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建议目标不是直接对标单一平台，而是组合参考：Qlib 的研究底座 + AKQuant/vnpy 的执行抽象 + QuantaAlpha 的 Agent 化因子研发 + a-stock-data 的 A 股信息层。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